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2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29482-65B3-4D1C-917F-E15DA7A51568}" v="36" dt="2024-07-03T11:20:49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wal varsh" userId="9e6f92b09142c510" providerId="LiveId" clId="{33129482-65B3-4D1C-917F-E15DA7A51568}"/>
    <pc:docChg chg="undo custSel addSld delSld modSld sldOrd">
      <pc:chgData name="prajwal varsh" userId="9e6f92b09142c510" providerId="LiveId" clId="{33129482-65B3-4D1C-917F-E15DA7A51568}" dt="2024-07-09T16:34:49.149" v="3909" actId="47"/>
      <pc:docMkLst>
        <pc:docMk/>
      </pc:docMkLst>
      <pc:sldChg chg="modSp mod">
        <pc:chgData name="prajwal varsh" userId="9e6f92b09142c510" providerId="LiveId" clId="{33129482-65B3-4D1C-917F-E15DA7A51568}" dt="2024-07-09T14:43:12.875" v="3411" actId="20577"/>
        <pc:sldMkLst>
          <pc:docMk/>
          <pc:sldMk cId="4176037564" sldId="256"/>
        </pc:sldMkLst>
        <pc:spChg chg="mod">
          <ac:chgData name="prajwal varsh" userId="9e6f92b09142c510" providerId="LiveId" clId="{33129482-65B3-4D1C-917F-E15DA7A51568}" dt="2024-07-09T14:43:12.875" v="3411" actId="20577"/>
          <ac:spMkLst>
            <pc:docMk/>
            <pc:sldMk cId="4176037564" sldId="256"/>
            <ac:spMk id="2" creationId="{3DF8911F-D213-8F42-86B0-ABB582D6D22D}"/>
          </ac:spMkLst>
        </pc:spChg>
        <pc:spChg chg="mod">
          <ac:chgData name="prajwal varsh" userId="9e6f92b09142c510" providerId="LiveId" clId="{33129482-65B3-4D1C-917F-E15DA7A51568}" dt="2024-07-01T09:15:35.331" v="55" actId="20577"/>
          <ac:spMkLst>
            <pc:docMk/>
            <pc:sldMk cId="4176037564" sldId="256"/>
            <ac:spMk id="3" creationId="{5DE511C8-24FE-FBA0-2D7D-F89B3866FB52}"/>
          </ac:spMkLst>
        </pc:spChg>
      </pc:sldChg>
      <pc:sldChg chg="modSp mod">
        <pc:chgData name="prajwal varsh" userId="9e6f92b09142c510" providerId="LiveId" clId="{33129482-65B3-4D1C-917F-E15DA7A51568}" dt="2024-07-09T10:32:54.993" v="2833" actId="5793"/>
        <pc:sldMkLst>
          <pc:docMk/>
          <pc:sldMk cId="4075678231" sldId="257"/>
        </pc:sldMkLst>
        <pc:spChg chg="mod">
          <ac:chgData name="prajwal varsh" userId="9e6f92b09142c510" providerId="LiveId" clId="{33129482-65B3-4D1C-917F-E15DA7A51568}" dt="2024-07-09T10:32:54.993" v="2833" actId="5793"/>
          <ac:spMkLst>
            <pc:docMk/>
            <pc:sldMk cId="4075678231" sldId="257"/>
            <ac:spMk id="5" creationId="{28C0FA41-B7E8-E8ED-D5C0-DC46A6BE1179}"/>
          </ac:spMkLst>
        </pc:spChg>
      </pc:sldChg>
      <pc:sldChg chg="modSp del mod ord">
        <pc:chgData name="prajwal varsh" userId="9e6f92b09142c510" providerId="LiveId" clId="{33129482-65B3-4D1C-917F-E15DA7A51568}" dt="2024-07-09T16:34:03.667" v="3907" actId="2696"/>
        <pc:sldMkLst>
          <pc:docMk/>
          <pc:sldMk cId="1156767538" sldId="258"/>
        </pc:sldMkLst>
        <pc:spChg chg="mod">
          <ac:chgData name="prajwal varsh" userId="9e6f92b09142c510" providerId="LiveId" clId="{33129482-65B3-4D1C-917F-E15DA7A51568}" dt="2024-07-01T14:20:13.150" v="1188" actId="20577"/>
          <ac:spMkLst>
            <pc:docMk/>
            <pc:sldMk cId="1156767538" sldId="258"/>
            <ac:spMk id="2" creationId="{CEFD46C9-B187-7EAD-E0AF-E5CA5FE78B75}"/>
          </ac:spMkLst>
        </pc:spChg>
        <pc:spChg chg="mod">
          <ac:chgData name="prajwal varsh" userId="9e6f92b09142c510" providerId="LiveId" clId="{33129482-65B3-4D1C-917F-E15DA7A51568}" dt="2024-07-01T14:20:04.370" v="1174" actId="20577"/>
          <ac:spMkLst>
            <pc:docMk/>
            <pc:sldMk cId="1156767538" sldId="258"/>
            <ac:spMk id="3" creationId="{69A7283B-F06E-3246-2F64-9767691F6A6C}"/>
          </ac:spMkLst>
        </pc:spChg>
      </pc:sldChg>
      <pc:sldChg chg="modSp mod ord">
        <pc:chgData name="prajwal varsh" userId="9e6f92b09142c510" providerId="LiveId" clId="{33129482-65B3-4D1C-917F-E15DA7A51568}" dt="2024-07-09T16:27:39.328" v="3906" actId="20577"/>
        <pc:sldMkLst>
          <pc:docMk/>
          <pc:sldMk cId="1666159884" sldId="259"/>
        </pc:sldMkLst>
        <pc:spChg chg="mod">
          <ac:chgData name="prajwal varsh" userId="9e6f92b09142c510" providerId="LiveId" clId="{33129482-65B3-4D1C-917F-E15DA7A51568}" dt="2024-07-09T14:59:13.371" v="3503" actId="20577"/>
          <ac:spMkLst>
            <pc:docMk/>
            <pc:sldMk cId="1666159884" sldId="259"/>
            <ac:spMk id="2" creationId="{CE993A38-31EB-20D4-ECBC-2A8EA7621965}"/>
          </ac:spMkLst>
        </pc:spChg>
        <pc:spChg chg="mod">
          <ac:chgData name="prajwal varsh" userId="9e6f92b09142c510" providerId="LiveId" clId="{33129482-65B3-4D1C-917F-E15DA7A51568}" dt="2024-07-09T16:27:39.328" v="3906" actId="20577"/>
          <ac:spMkLst>
            <pc:docMk/>
            <pc:sldMk cId="1666159884" sldId="259"/>
            <ac:spMk id="3" creationId="{ECCAF2C0-8C18-B76D-47B8-1463A3D5231E}"/>
          </ac:spMkLst>
        </pc:spChg>
      </pc:sldChg>
      <pc:sldChg chg="modSp del mod ord">
        <pc:chgData name="prajwal varsh" userId="9e6f92b09142c510" providerId="LiveId" clId="{33129482-65B3-4D1C-917F-E15DA7A51568}" dt="2024-07-09T16:34:49.149" v="3909" actId="47"/>
        <pc:sldMkLst>
          <pc:docMk/>
          <pc:sldMk cId="2041638455" sldId="260"/>
        </pc:sldMkLst>
        <pc:spChg chg="mod">
          <ac:chgData name="prajwal varsh" userId="9e6f92b09142c510" providerId="LiveId" clId="{33129482-65B3-4D1C-917F-E15DA7A51568}" dt="2024-07-01T15:28:38.142" v="2036" actId="20577"/>
          <ac:spMkLst>
            <pc:docMk/>
            <pc:sldMk cId="2041638455" sldId="260"/>
            <ac:spMk id="3" creationId="{2108E2ED-1084-FA1F-55B1-B48807A82F82}"/>
          </ac:spMkLst>
        </pc:spChg>
      </pc:sldChg>
      <pc:sldChg chg="del">
        <pc:chgData name="prajwal varsh" userId="9e6f92b09142c510" providerId="LiveId" clId="{33129482-65B3-4D1C-917F-E15DA7A51568}" dt="2024-07-01T15:33:06.537" v="2124" actId="2696"/>
        <pc:sldMkLst>
          <pc:docMk/>
          <pc:sldMk cId="648520792" sldId="261"/>
        </pc:sldMkLst>
      </pc:sldChg>
      <pc:sldChg chg="modSp new mod">
        <pc:chgData name="prajwal varsh" userId="9e6f92b09142c510" providerId="LiveId" clId="{33129482-65B3-4D1C-917F-E15DA7A51568}" dt="2024-07-09T15:03:57.492" v="3505" actId="20577"/>
        <pc:sldMkLst>
          <pc:docMk/>
          <pc:sldMk cId="3806795580" sldId="262"/>
        </pc:sldMkLst>
        <pc:spChg chg="mod">
          <ac:chgData name="prajwal varsh" userId="9e6f92b09142c510" providerId="LiveId" clId="{33129482-65B3-4D1C-917F-E15DA7A51568}" dt="2024-07-09T10:33:16.471" v="2859" actId="20577"/>
          <ac:spMkLst>
            <pc:docMk/>
            <pc:sldMk cId="3806795580" sldId="262"/>
            <ac:spMk id="2" creationId="{F5719965-D784-1DB2-EED1-B9564BEC3882}"/>
          </ac:spMkLst>
        </pc:spChg>
        <pc:spChg chg="mod">
          <ac:chgData name="prajwal varsh" userId="9e6f92b09142c510" providerId="LiveId" clId="{33129482-65B3-4D1C-917F-E15DA7A51568}" dt="2024-07-09T15:03:57.492" v="3505" actId="20577"/>
          <ac:spMkLst>
            <pc:docMk/>
            <pc:sldMk cId="3806795580" sldId="262"/>
            <ac:spMk id="3" creationId="{F0228C25-959F-D20E-24DD-74A3E7E8124C}"/>
          </ac:spMkLst>
        </pc:spChg>
      </pc:sldChg>
      <pc:sldChg chg="addSp delSp modSp new del mod">
        <pc:chgData name="prajwal varsh" userId="9e6f92b09142c510" providerId="LiveId" clId="{33129482-65B3-4D1C-917F-E15DA7A51568}" dt="2024-07-09T14:45:15.025" v="3475" actId="2696"/>
        <pc:sldMkLst>
          <pc:docMk/>
          <pc:sldMk cId="1195300517" sldId="263"/>
        </pc:sldMkLst>
        <pc:spChg chg="mod">
          <ac:chgData name="prajwal varsh" userId="9e6f92b09142c510" providerId="LiveId" clId="{33129482-65B3-4D1C-917F-E15DA7A51568}" dt="2024-07-01T12:05:37.805" v="806" actId="20577"/>
          <ac:spMkLst>
            <pc:docMk/>
            <pc:sldMk cId="1195300517" sldId="263"/>
            <ac:spMk id="2" creationId="{39FC08D8-D46F-1A12-2908-DA8E0D6670BA}"/>
          </ac:spMkLst>
        </pc:spChg>
        <pc:spChg chg="mod">
          <ac:chgData name="prajwal varsh" userId="9e6f92b09142c510" providerId="LiveId" clId="{33129482-65B3-4D1C-917F-E15DA7A51568}" dt="2024-07-01T13:03:14.780" v="948" actId="20577"/>
          <ac:spMkLst>
            <pc:docMk/>
            <pc:sldMk cId="1195300517" sldId="263"/>
            <ac:spMk id="3" creationId="{FB41E150-7901-83D9-D86A-813D6FED9C1F}"/>
          </ac:spMkLst>
        </pc:spChg>
        <pc:spChg chg="add mod">
          <ac:chgData name="prajwal varsh" userId="9e6f92b09142c510" providerId="LiveId" clId="{33129482-65B3-4D1C-917F-E15DA7A51568}" dt="2024-07-01T12:33:26.591" v="881" actId="1076"/>
          <ac:spMkLst>
            <pc:docMk/>
            <pc:sldMk cId="1195300517" sldId="263"/>
            <ac:spMk id="5" creationId="{8ADE0401-673E-D791-45BD-EC98A80A8C97}"/>
          </ac:spMkLst>
        </pc:spChg>
        <pc:spChg chg="add del mod">
          <ac:chgData name="prajwal varsh" userId="9e6f92b09142c510" providerId="LiveId" clId="{33129482-65B3-4D1C-917F-E15DA7A51568}" dt="2024-07-01T10:44:07.772" v="740"/>
          <ac:spMkLst>
            <pc:docMk/>
            <pc:sldMk cId="1195300517" sldId="263"/>
            <ac:spMk id="10" creationId="{96561B4B-E3C7-707E-49AB-0E78EC3F1E1C}"/>
          </ac:spMkLst>
        </pc:spChg>
        <pc:spChg chg="add del mod">
          <ac:chgData name="prajwal varsh" userId="9e6f92b09142c510" providerId="LiveId" clId="{33129482-65B3-4D1C-917F-E15DA7A51568}" dt="2024-07-01T10:44:07.773" v="742"/>
          <ac:spMkLst>
            <pc:docMk/>
            <pc:sldMk cId="1195300517" sldId="263"/>
            <ac:spMk id="11" creationId="{AF199053-35E3-4F9D-9A19-A0F38E1D9F61}"/>
          </ac:spMkLst>
        </pc:spChg>
        <pc:spChg chg="add del mod">
          <ac:chgData name="prajwal varsh" userId="9e6f92b09142c510" providerId="LiveId" clId="{33129482-65B3-4D1C-917F-E15DA7A51568}" dt="2024-07-01T10:44:07.774" v="744"/>
          <ac:spMkLst>
            <pc:docMk/>
            <pc:sldMk cId="1195300517" sldId="263"/>
            <ac:spMk id="12" creationId="{72E192DE-ECDB-D19F-1FFC-2EE1B862BEEA}"/>
          </ac:spMkLst>
        </pc:spChg>
        <pc:spChg chg="add mod">
          <ac:chgData name="prajwal varsh" userId="9e6f92b09142c510" providerId="LiveId" clId="{33129482-65B3-4D1C-917F-E15DA7A51568}" dt="2024-07-01T12:34:04.330" v="886" actId="1076"/>
          <ac:spMkLst>
            <pc:docMk/>
            <pc:sldMk cId="1195300517" sldId="263"/>
            <ac:spMk id="13" creationId="{CCD59C2D-E3C0-2209-13F4-9FEF19B0E3FC}"/>
          </ac:spMkLst>
        </pc:spChg>
        <pc:spChg chg="add mod">
          <ac:chgData name="prajwal varsh" userId="9e6f92b09142c510" providerId="LiveId" clId="{33129482-65B3-4D1C-917F-E15DA7A51568}" dt="2024-07-01T12:33:53.251" v="885" actId="1076"/>
          <ac:spMkLst>
            <pc:docMk/>
            <pc:sldMk cId="1195300517" sldId="263"/>
            <ac:spMk id="14" creationId="{A7899EE7-5F59-2062-ADFF-5BA29A451320}"/>
          </ac:spMkLst>
        </pc:spChg>
        <pc:spChg chg="add mod">
          <ac:chgData name="prajwal varsh" userId="9e6f92b09142c510" providerId="LiveId" clId="{33129482-65B3-4D1C-917F-E15DA7A51568}" dt="2024-07-01T12:34:12.871" v="887" actId="1076"/>
          <ac:spMkLst>
            <pc:docMk/>
            <pc:sldMk cId="1195300517" sldId="263"/>
            <ac:spMk id="15" creationId="{711B3108-BDBD-0015-0970-DA8D44C89F81}"/>
          </ac:spMkLst>
        </pc:spChg>
        <pc:cxnChg chg="add mod">
          <ac:chgData name="prajwal varsh" userId="9e6f92b09142c510" providerId="LiveId" clId="{33129482-65B3-4D1C-917F-E15DA7A51568}" dt="2024-07-01T12:33:40.347" v="883" actId="1076"/>
          <ac:cxnSpMkLst>
            <pc:docMk/>
            <pc:sldMk cId="1195300517" sldId="263"/>
            <ac:cxnSpMk id="7" creationId="{335EAFF6-CF0E-A0F7-FB9E-517DE66F4BA4}"/>
          </ac:cxnSpMkLst>
        </pc:cxnChg>
        <pc:cxnChg chg="add mod">
          <ac:chgData name="prajwal varsh" userId="9e6f92b09142c510" providerId="LiveId" clId="{33129482-65B3-4D1C-917F-E15DA7A51568}" dt="2024-07-01T12:33:47.471" v="884" actId="1076"/>
          <ac:cxnSpMkLst>
            <pc:docMk/>
            <pc:sldMk cId="1195300517" sldId="263"/>
            <ac:cxnSpMk id="9" creationId="{EAD366E4-73CF-2118-846B-21594A1A2597}"/>
          </ac:cxnSpMkLst>
        </pc:cxnChg>
      </pc:sldChg>
      <pc:sldChg chg="modSp new del mod ord">
        <pc:chgData name="prajwal varsh" userId="9e6f92b09142c510" providerId="LiveId" clId="{33129482-65B3-4D1C-917F-E15DA7A51568}" dt="2024-07-09T16:34:11.667" v="3908" actId="2696"/>
        <pc:sldMkLst>
          <pc:docMk/>
          <pc:sldMk cId="4233592809" sldId="264"/>
        </pc:sldMkLst>
        <pc:spChg chg="mod">
          <ac:chgData name="prajwal varsh" userId="9e6f92b09142c510" providerId="LiveId" clId="{33129482-65B3-4D1C-917F-E15DA7A51568}" dt="2024-07-01T14:18:28.498" v="1148" actId="20577"/>
          <ac:spMkLst>
            <pc:docMk/>
            <pc:sldMk cId="4233592809" sldId="264"/>
            <ac:spMk id="2" creationId="{E5E9B112-EC37-B0B9-7E7E-952AF256E3F4}"/>
          </ac:spMkLst>
        </pc:spChg>
        <pc:spChg chg="mod">
          <ac:chgData name="prajwal varsh" userId="9e6f92b09142c510" providerId="LiveId" clId="{33129482-65B3-4D1C-917F-E15DA7A51568}" dt="2024-07-03T11:29:07.601" v="2662" actId="27107"/>
          <ac:spMkLst>
            <pc:docMk/>
            <pc:sldMk cId="4233592809" sldId="264"/>
            <ac:spMk id="3" creationId="{ED62BE29-23DA-43E3-EBCC-CCB86EEADB13}"/>
          </ac:spMkLst>
        </pc:spChg>
      </pc:sldChg>
      <pc:sldChg chg="addSp delSp modSp new del mod ord">
        <pc:chgData name="prajwal varsh" userId="9e6f92b09142c510" providerId="LiveId" clId="{33129482-65B3-4D1C-917F-E15DA7A51568}" dt="2024-07-09T16:34:49.149" v="3909" actId="47"/>
        <pc:sldMkLst>
          <pc:docMk/>
          <pc:sldMk cId="3701045693" sldId="265"/>
        </pc:sldMkLst>
        <pc:spChg chg="mod">
          <ac:chgData name="prajwal varsh" userId="9e6f92b09142c510" providerId="LiveId" clId="{33129482-65B3-4D1C-917F-E15DA7A51568}" dt="2024-07-01T15:31:11.971" v="2070" actId="20577"/>
          <ac:spMkLst>
            <pc:docMk/>
            <pc:sldMk cId="3701045693" sldId="265"/>
            <ac:spMk id="2" creationId="{6387419E-29CC-CB01-4163-B17EE6D7D58D}"/>
          </ac:spMkLst>
        </pc:spChg>
        <pc:spChg chg="add del">
          <ac:chgData name="prajwal varsh" userId="9e6f92b09142c510" providerId="LiveId" clId="{33129482-65B3-4D1C-917F-E15DA7A51568}" dt="2024-07-01T14:56:56.803" v="1324" actId="3680"/>
          <ac:spMkLst>
            <pc:docMk/>
            <pc:sldMk cId="3701045693" sldId="265"/>
            <ac:spMk id="3" creationId="{6EB6EFA3-5822-4B84-10F9-BAB89A2ADB34}"/>
          </ac:spMkLst>
        </pc:spChg>
        <pc:spChg chg="add mod">
          <ac:chgData name="prajwal varsh" userId="9e6f92b09142c510" providerId="LiveId" clId="{33129482-65B3-4D1C-917F-E15DA7A51568}" dt="2024-07-01T15:30:24.005" v="2058" actId="1076"/>
          <ac:spMkLst>
            <pc:docMk/>
            <pc:sldMk cId="3701045693" sldId="265"/>
            <ac:spMk id="16" creationId="{34E9D473-1827-D543-EB7A-4ED182036C59}"/>
          </ac:spMkLst>
        </pc:spChg>
        <pc:graphicFrameChg chg="add mod">
          <ac:chgData name="prajwal varsh" userId="9e6f92b09142c510" providerId="LiveId" clId="{33129482-65B3-4D1C-917F-E15DA7A51568}" dt="2024-07-01T14:53:50.729" v="1323"/>
          <ac:graphicFrameMkLst>
            <pc:docMk/>
            <pc:sldMk cId="3701045693" sldId="265"/>
            <ac:graphicFrameMk id="5" creationId="{9A8CDE69-B4E5-6D01-D815-F423AAAB55E6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6" creationId="{9921ED7F-39A5-9ACE-C5A6-DF2ED27C896D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7" creationId="{D09805EF-D20A-B31F-E6F8-7947E31C8EED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8" creationId="{F197D649-A98C-6FAB-8854-EBD2215AFD79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9" creationId="{8032D130-7BFB-56B1-FDFB-4C2084F578A9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10" creationId="{1AAF1C03-230B-7C9D-D552-67D8CBA9A768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11" creationId="{D4FC63FC-8D9E-7888-6BE5-1685A60A75DE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12" creationId="{411B12ED-C7CC-164E-F232-68480957E4CD}"/>
          </ac:graphicFrameMkLst>
        </pc:graphicFrameChg>
        <pc:graphicFrameChg chg="add mod">
          <ac:chgData name="prajwal varsh" userId="9e6f92b09142c510" providerId="LiveId" clId="{33129482-65B3-4D1C-917F-E15DA7A51568}" dt="2024-07-01T14:53:35.903" v="1316"/>
          <ac:graphicFrameMkLst>
            <pc:docMk/>
            <pc:sldMk cId="3701045693" sldId="265"/>
            <ac:graphicFrameMk id="13" creationId="{C8362010-D792-D6B0-8D0E-31CD50877E9A}"/>
          </ac:graphicFrameMkLst>
        </pc:graphicFrameChg>
        <pc:graphicFrameChg chg="add mod modGraphic">
          <ac:chgData name="prajwal varsh" userId="9e6f92b09142c510" providerId="LiveId" clId="{33129482-65B3-4D1C-917F-E15DA7A51568}" dt="2024-07-01T14:53:50.304" v="1322" actId="14100"/>
          <ac:graphicFrameMkLst>
            <pc:docMk/>
            <pc:sldMk cId="3701045693" sldId="265"/>
            <ac:graphicFrameMk id="14" creationId="{44B92D3A-35A8-9C9F-4FF4-4E5E42891058}"/>
          </ac:graphicFrameMkLst>
        </pc:graphicFrameChg>
        <pc:graphicFrameChg chg="add mod ord modGraphic">
          <ac:chgData name="prajwal varsh" userId="9e6f92b09142c510" providerId="LiveId" clId="{33129482-65B3-4D1C-917F-E15DA7A51568}" dt="2024-07-01T15:30:31.661" v="2059" actId="1076"/>
          <ac:graphicFrameMkLst>
            <pc:docMk/>
            <pc:sldMk cId="3701045693" sldId="265"/>
            <ac:graphicFrameMk id="15" creationId="{B535731C-02F2-DF96-11F4-D60B5411F3DF}"/>
          </ac:graphicFrameMkLst>
        </pc:graphicFrameChg>
        <pc:inkChg chg="add del">
          <ac:chgData name="prajwal varsh" userId="9e6f92b09142c510" providerId="LiveId" clId="{33129482-65B3-4D1C-917F-E15DA7A51568}" dt="2024-07-03T10:14:50.187" v="2346" actId="9405"/>
          <ac:inkMkLst>
            <pc:docMk/>
            <pc:sldMk cId="3701045693" sldId="265"/>
            <ac:inkMk id="3" creationId="{0A53BABC-4E32-57E6-6907-1C2A33FE51F1}"/>
          </ac:inkMkLst>
        </pc:inkChg>
      </pc:sldChg>
      <pc:sldChg chg="modSp new del mod ord">
        <pc:chgData name="prajwal varsh" userId="9e6f92b09142c510" providerId="LiveId" clId="{33129482-65B3-4D1C-917F-E15DA7A51568}" dt="2024-07-09T16:34:49.149" v="3909" actId="47"/>
        <pc:sldMkLst>
          <pc:docMk/>
          <pc:sldMk cId="1559021833" sldId="266"/>
        </pc:sldMkLst>
        <pc:spChg chg="mod">
          <ac:chgData name="prajwal varsh" userId="9e6f92b09142c510" providerId="LiveId" clId="{33129482-65B3-4D1C-917F-E15DA7A51568}" dt="2024-07-01T15:31:37.175" v="2091" actId="20577"/>
          <ac:spMkLst>
            <pc:docMk/>
            <pc:sldMk cId="1559021833" sldId="266"/>
            <ac:spMk id="2" creationId="{C3D85CF2-86E5-6E53-48F1-651B9884F2B8}"/>
          </ac:spMkLst>
        </pc:spChg>
        <pc:spChg chg="mod">
          <ac:chgData name="prajwal varsh" userId="9e6f92b09142c510" providerId="LiveId" clId="{33129482-65B3-4D1C-917F-E15DA7A51568}" dt="2024-07-01T15:32:42.724" v="2123" actId="20577"/>
          <ac:spMkLst>
            <pc:docMk/>
            <pc:sldMk cId="1559021833" sldId="266"/>
            <ac:spMk id="3" creationId="{440A17FD-9F19-2E3B-6F06-0F3D156BC515}"/>
          </ac:spMkLst>
        </pc:spChg>
      </pc:sldChg>
      <pc:sldChg chg="modSp new del mod ord">
        <pc:chgData name="prajwal varsh" userId="9e6f92b09142c510" providerId="LiveId" clId="{33129482-65B3-4D1C-917F-E15DA7A51568}" dt="2024-07-09T16:34:49.149" v="3909" actId="47"/>
        <pc:sldMkLst>
          <pc:docMk/>
          <pc:sldMk cId="3485536272" sldId="267"/>
        </pc:sldMkLst>
        <pc:spChg chg="mod">
          <ac:chgData name="prajwal varsh" userId="9e6f92b09142c510" providerId="LiveId" clId="{33129482-65B3-4D1C-917F-E15DA7A51568}" dt="2024-07-01T15:37:19.372" v="2160" actId="20577"/>
          <ac:spMkLst>
            <pc:docMk/>
            <pc:sldMk cId="3485536272" sldId="267"/>
            <ac:spMk id="2" creationId="{C1380B3F-0F82-1630-207F-E47846AC36AA}"/>
          </ac:spMkLst>
        </pc:spChg>
        <pc:spChg chg="mod">
          <ac:chgData name="prajwal varsh" userId="9e6f92b09142c510" providerId="LiveId" clId="{33129482-65B3-4D1C-917F-E15DA7A51568}" dt="2024-07-03T10:34:30.150" v="2351" actId="33524"/>
          <ac:spMkLst>
            <pc:docMk/>
            <pc:sldMk cId="3485536272" sldId="267"/>
            <ac:spMk id="3" creationId="{7706FB81-7F17-8C95-C679-6E9AE121AB80}"/>
          </ac:spMkLst>
        </pc:spChg>
      </pc:sldChg>
      <pc:sldChg chg="modSp add del mod ord">
        <pc:chgData name="prajwal varsh" userId="9e6f92b09142c510" providerId="LiveId" clId="{33129482-65B3-4D1C-917F-E15DA7A51568}" dt="2024-07-09T16:34:49.149" v="3909" actId="47"/>
        <pc:sldMkLst>
          <pc:docMk/>
          <pc:sldMk cId="1894625519" sldId="268"/>
        </pc:sldMkLst>
        <pc:spChg chg="mod">
          <ac:chgData name="prajwal varsh" userId="9e6f92b09142c510" providerId="LiveId" clId="{33129482-65B3-4D1C-917F-E15DA7A51568}" dt="2024-07-01T15:46:54.385" v="2238" actId="20577"/>
          <ac:spMkLst>
            <pc:docMk/>
            <pc:sldMk cId="1894625519" sldId="268"/>
            <ac:spMk id="2" creationId="{C1380B3F-0F82-1630-207F-E47846AC36AA}"/>
          </ac:spMkLst>
        </pc:spChg>
        <pc:spChg chg="mod">
          <ac:chgData name="prajwal varsh" userId="9e6f92b09142c510" providerId="LiveId" clId="{33129482-65B3-4D1C-917F-E15DA7A51568}" dt="2024-07-01T15:48:09.597" v="2246" actId="27636"/>
          <ac:spMkLst>
            <pc:docMk/>
            <pc:sldMk cId="1894625519" sldId="268"/>
            <ac:spMk id="3" creationId="{7706FB81-7F17-8C95-C679-6E9AE121AB80}"/>
          </ac:spMkLst>
        </pc:spChg>
      </pc:sldChg>
      <pc:sldChg chg="modSp add del mod">
        <pc:chgData name="prajwal varsh" userId="9e6f92b09142c510" providerId="LiveId" clId="{33129482-65B3-4D1C-917F-E15DA7A51568}" dt="2024-07-09T16:34:49.149" v="3909" actId="47"/>
        <pc:sldMkLst>
          <pc:docMk/>
          <pc:sldMk cId="55623603" sldId="269"/>
        </pc:sldMkLst>
        <pc:spChg chg="mod">
          <ac:chgData name="prajwal varsh" userId="9e6f92b09142c510" providerId="LiveId" clId="{33129482-65B3-4D1C-917F-E15DA7A51568}" dt="2024-07-01T15:48:40.852" v="2269" actId="20577"/>
          <ac:spMkLst>
            <pc:docMk/>
            <pc:sldMk cId="55623603" sldId="269"/>
            <ac:spMk id="2" creationId="{C1380B3F-0F82-1630-207F-E47846AC36AA}"/>
          </ac:spMkLst>
        </pc:spChg>
        <pc:spChg chg="mod">
          <ac:chgData name="prajwal varsh" userId="9e6f92b09142c510" providerId="LiveId" clId="{33129482-65B3-4D1C-917F-E15DA7A51568}" dt="2024-07-01T15:50:52.490" v="2313" actId="20577"/>
          <ac:spMkLst>
            <pc:docMk/>
            <pc:sldMk cId="55623603" sldId="269"/>
            <ac:spMk id="3" creationId="{7706FB81-7F17-8C95-C679-6E9AE121AB80}"/>
          </ac:spMkLst>
        </pc:spChg>
      </pc:sldChg>
      <pc:sldChg chg="addSp delSp modSp add del mod setBg">
        <pc:chgData name="prajwal varsh" userId="9e6f92b09142c510" providerId="LiveId" clId="{33129482-65B3-4D1C-917F-E15DA7A51568}" dt="2024-07-09T16:34:49.149" v="3909" actId="47"/>
        <pc:sldMkLst>
          <pc:docMk/>
          <pc:sldMk cId="1488246234" sldId="270"/>
        </pc:sldMkLst>
        <pc:spChg chg="mod">
          <ac:chgData name="prajwal varsh" userId="9e6f92b09142c510" providerId="LiveId" clId="{33129482-65B3-4D1C-917F-E15DA7A51568}" dt="2024-07-03T11:11:39.789" v="2392" actId="20577"/>
          <ac:spMkLst>
            <pc:docMk/>
            <pc:sldMk cId="1488246234" sldId="270"/>
            <ac:spMk id="2" creationId="{6387419E-29CC-CB01-4163-B17EE6D7D58D}"/>
          </ac:spMkLst>
        </pc:spChg>
        <pc:spChg chg="mod ord">
          <ac:chgData name="prajwal varsh" userId="9e6f92b09142c510" providerId="LiveId" clId="{33129482-65B3-4D1C-917F-E15DA7A51568}" dt="2024-07-03T10:11:02.901" v="2336" actId="26606"/>
          <ac:spMkLst>
            <pc:docMk/>
            <pc:sldMk cId="1488246234" sldId="270"/>
            <ac:spMk id="4" creationId="{0C2FBF07-7821-5933-77C4-E1C1306D75CE}"/>
          </ac:spMkLst>
        </pc:spChg>
        <pc:spChg chg="add del mod">
          <ac:chgData name="prajwal varsh" userId="9e6f92b09142c510" providerId="LiveId" clId="{33129482-65B3-4D1C-917F-E15DA7A51568}" dt="2024-07-03T10:11:11.819" v="2339" actId="931"/>
          <ac:spMkLst>
            <pc:docMk/>
            <pc:sldMk cId="1488246234" sldId="270"/>
            <ac:spMk id="5" creationId="{EA75EB4D-4613-FA35-0E7B-DDE509E276FE}"/>
          </ac:spMkLst>
        </pc:spChg>
        <pc:spChg chg="add del">
          <ac:chgData name="prajwal varsh" userId="9e6f92b09142c510" providerId="LiveId" clId="{33129482-65B3-4D1C-917F-E15DA7A51568}" dt="2024-07-03T10:10:42.891" v="2326" actId="26606"/>
          <ac:spMkLst>
            <pc:docMk/>
            <pc:sldMk cId="1488246234" sldId="270"/>
            <ac:spMk id="13" creationId="{A27BA493-F8CB-3C15-8D4C-B54DDDD6B301}"/>
          </ac:spMkLst>
        </pc:spChg>
        <pc:spChg chg="del">
          <ac:chgData name="prajwal varsh" userId="9e6f92b09142c510" providerId="LiveId" clId="{33129482-65B3-4D1C-917F-E15DA7A51568}" dt="2024-07-03T10:10:06.334" v="2317" actId="478"/>
          <ac:spMkLst>
            <pc:docMk/>
            <pc:sldMk cId="1488246234" sldId="270"/>
            <ac:spMk id="16" creationId="{34E9D473-1827-D543-EB7A-4ED182036C59}"/>
          </ac:spMkLst>
        </pc:spChg>
        <pc:spChg chg="add del">
          <ac:chgData name="prajwal varsh" userId="9e6f92b09142c510" providerId="LiveId" clId="{33129482-65B3-4D1C-917F-E15DA7A51568}" dt="2024-07-03T10:10:42.891" v="2326" actId="26606"/>
          <ac:spMkLst>
            <pc:docMk/>
            <pc:sldMk cId="1488246234" sldId="270"/>
            <ac:spMk id="18" creationId="{F1E7273E-E5A3-4B1D-BE3E-56F045D92700}"/>
          </ac:spMkLst>
        </pc:spChg>
        <pc:spChg chg="add del">
          <ac:chgData name="prajwal varsh" userId="9e6f92b09142c510" providerId="LiveId" clId="{33129482-65B3-4D1C-917F-E15DA7A51568}" dt="2024-07-03T10:10:42.891" v="2326" actId="26606"/>
          <ac:spMkLst>
            <pc:docMk/>
            <pc:sldMk cId="1488246234" sldId="270"/>
            <ac:spMk id="20" creationId="{9CF7FE1C-8BC5-4B0C-A2BC-93AB72C90FDD}"/>
          </ac:spMkLst>
        </pc:spChg>
        <pc:spChg chg="add del">
          <ac:chgData name="prajwal varsh" userId="9e6f92b09142c510" providerId="LiveId" clId="{33129482-65B3-4D1C-917F-E15DA7A51568}" dt="2024-07-03T10:10:47.188" v="2328" actId="26606"/>
          <ac:spMkLst>
            <pc:docMk/>
            <pc:sldMk cId="1488246234" sldId="270"/>
            <ac:spMk id="23" creationId="{0228BFD1-0744-3211-E0CC-6403AD6DCB92}"/>
          </ac:spMkLst>
        </pc:spChg>
        <pc:spChg chg="add del">
          <ac:chgData name="prajwal varsh" userId="9e6f92b09142c510" providerId="LiveId" clId="{33129482-65B3-4D1C-917F-E15DA7A51568}" dt="2024-07-03T10:10:48.827" v="2330" actId="26606"/>
          <ac:spMkLst>
            <pc:docMk/>
            <pc:sldMk cId="1488246234" sldId="270"/>
            <ac:spMk id="31" creationId="{E3AF5D38-FFEB-42F9-A0FC-37D8A54F1B25}"/>
          </ac:spMkLst>
        </pc:spChg>
        <pc:spChg chg="add del">
          <ac:chgData name="prajwal varsh" userId="9e6f92b09142c510" providerId="LiveId" clId="{33129482-65B3-4D1C-917F-E15DA7A51568}" dt="2024-07-03T10:10:48.827" v="2330" actId="26606"/>
          <ac:spMkLst>
            <pc:docMk/>
            <pc:sldMk cId="1488246234" sldId="270"/>
            <ac:spMk id="35" creationId="{AD60E0E8-CBA3-0231-D774-EB1429795F21}"/>
          </ac:spMkLst>
        </pc:spChg>
        <pc:spChg chg="add del">
          <ac:chgData name="prajwal varsh" userId="9e6f92b09142c510" providerId="LiveId" clId="{33129482-65B3-4D1C-917F-E15DA7A51568}" dt="2024-07-03T10:10:55.028" v="2332" actId="26606"/>
          <ac:spMkLst>
            <pc:docMk/>
            <pc:sldMk cId="1488246234" sldId="270"/>
            <ac:spMk id="37" creationId="{B935A907-6A29-5020-3B2A-AC6F2B99B5F8}"/>
          </ac:spMkLst>
        </pc:spChg>
        <pc:spChg chg="add del">
          <ac:chgData name="prajwal varsh" userId="9e6f92b09142c510" providerId="LiveId" clId="{33129482-65B3-4D1C-917F-E15DA7A51568}" dt="2024-07-03T10:10:55.028" v="2332" actId="26606"/>
          <ac:spMkLst>
            <pc:docMk/>
            <pc:sldMk cId="1488246234" sldId="270"/>
            <ac:spMk id="38" creationId="{9B47378D-AD27-45D0-8C1C-5B1098DCC068}"/>
          </ac:spMkLst>
        </pc:spChg>
        <pc:spChg chg="add del">
          <ac:chgData name="prajwal varsh" userId="9e6f92b09142c510" providerId="LiveId" clId="{33129482-65B3-4D1C-917F-E15DA7A51568}" dt="2024-07-03T10:10:59.267" v="2334" actId="26606"/>
          <ac:spMkLst>
            <pc:docMk/>
            <pc:sldMk cId="1488246234" sldId="270"/>
            <ac:spMk id="40" creationId="{2DAA6C16-BF9B-4A3E-BC70-EE6015D4F967}"/>
          </ac:spMkLst>
        </pc:spChg>
        <pc:spChg chg="add del">
          <ac:chgData name="prajwal varsh" userId="9e6f92b09142c510" providerId="LiveId" clId="{33129482-65B3-4D1C-917F-E15DA7A51568}" dt="2024-07-03T10:10:59.267" v="2334" actId="26606"/>
          <ac:spMkLst>
            <pc:docMk/>
            <pc:sldMk cId="1488246234" sldId="270"/>
            <ac:spMk id="44" creationId="{FCAB56B7-C048-0DE7-0617-FA03DB8E6449}"/>
          </ac:spMkLst>
        </pc:spChg>
        <pc:spChg chg="add del">
          <ac:chgData name="prajwal varsh" userId="9e6f92b09142c510" providerId="LiveId" clId="{33129482-65B3-4D1C-917F-E15DA7A51568}" dt="2024-07-03T10:11:02.901" v="2336" actId="26606"/>
          <ac:spMkLst>
            <pc:docMk/>
            <pc:sldMk cId="1488246234" sldId="270"/>
            <ac:spMk id="46" creationId="{F0FAE728-C5A9-4B0F-B89E-F4BED82505A6}"/>
          </ac:spMkLst>
        </pc:spChg>
        <pc:grpChg chg="add del">
          <ac:chgData name="prajwal varsh" userId="9e6f92b09142c510" providerId="LiveId" clId="{33129482-65B3-4D1C-917F-E15DA7A51568}" dt="2024-07-03T10:10:48.827" v="2330" actId="26606"/>
          <ac:grpSpMkLst>
            <pc:docMk/>
            <pc:sldMk cId="1488246234" sldId="270"/>
            <ac:grpSpMk id="32" creationId="{A18E8AF0-57F3-4E67-AB90-C8DAC71353FE}"/>
          </ac:grpSpMkLst>
        </pc:grpChg>
        <pc:grpChg chg="add del">
          <ac:chgData name="prajwal varsh" userId="9e6f92b09142c510" providerId="LiveId" clId="{33129482-65B3-4D1C-917F-E15DA7A51568}" dt="2024-07-03T10:10:59.267" v="2334" actId="26606"/>
          <ac:grpSpMkLst>
            <pc:docMk/>
            <pc:sldMk cId="1488246234" sldId="270"/>
            <ac:grpSpMk id="41" creationId="{D4C516A3-38C0-4F58-9700-081CB0D1A089}"/>
          </ac:grpSpMkLst>
        </pc:grpChg>
        <pc:grpChg chg="add del">
          <ac:chgData name="prajwal varsh" userId="9e6f92b09142c510" providerId="LiveId" clId="{33129482-65B3-4D1C-917F-E15DA7A51568}" dt="2024-07-03T10:11:02.901" v="2336" actId="26606"/>
          <ac:grpSpMkLst>
            <pc:docMk/>
            <pc:sldMk cId="1488246234" sldId="270"/>
            <ac:grpSpMk id="47" creationId="{F938B951-7EFC-40A2-B198-E73D39DFB3FC}"/>
          </ac:grpSpMkLst>
        </pc:grpChg>
        <pc:graphicFrameChg chg="del modGraphic">
          <ac:chgData name="prajwal varsh" userId="9e6f92b09142c510" providerId="LiveId" clId="{33129482-65B3-4D1C-917F-E15DA7A51568}" dt="2024-07-03T10:10:00.180" v="2316" actId="478"/>
          <ac:graphicFrameMkLst>
            <pc:docMk/>
            <pc:sldMk cId="1488246234" sldId="270"/>
            <ac:graphicFrameMk id="15" creationId="{B535731C-02F2-DF96-11F4-D60B5411F3DF}"/>
          </ac:graphicFrameMkLst>
        </pc:graphicFrameChg>
        <pc:picChg chg="add mod ord">
          <ac:chgData name="prajwal varsh" userId="9e6f92b09142c510" providerId="LiveId" clId="{33129482-65B3-4D1C-917F-E15DA7A51568}" dt="2024-07-03T10:11:03.505" v="2338" actId="931"/>
          <ac:picMkLst>
            <pc:docMk/>
            <pc:sldMk cId="1488246234" sldId="270"/>
            <ac:picMk id="7" creationId="{6B3ABE37-D9D5-8B7E-F95D-32672256963F}"/>
          </ac:picMkLst>
        </pc:picChg>
        <pc:picChg chg="add mod ord">
          <ac:chgData name="prajwal varsh" userId="9e6f92b09142c510" providerId="LiveId" clId="{33129482-65B3-4D1C-917F-E15DA7A51568}" dt="2024-07-03T10:11:03.505" v="2338" actId="931"/>
          <ac:picMkLst>
            <pc:docMk/>
            <pc:sldMk cId="1488246234" sldId="270"/>
            <ac:picMk id="9" creationId="{C03F3D28-2861-D831-B6D0-43B700B39D63}"/>
          </ac:picMkLst>
        </pc:picChg>
        <pc:picChg chg="add mod ord">
          <ac:chgData name="prajwal varsh" userId="9e6f92b09142c510" providerId="LiveId" clId="{33129482-65B3-4D1C-917F-E15DA7A51568}" dt="2024-07-03T10:11:03.505" v="2338" actId="931"/>
          <ac:picMkLst>
            <pc:docMk/>
            <pc:sldMk cId="1488246234" sldId="270"/>
            <ac:picMk id="11" creationId="{284600D6-AB2B-4B56-709D-34BA7A36A62E}"/>
          </ac:picMkLst>
        </pc:picChg>
        <pc:picChg chg="add mod">
          <ac:chgData name="prajwal varsh" userId="9e6f92b09142c510" providerId="LiveId" clId="{33129482-65B3-4D1C-917F-E15DA7A51568}" dt="2024-07-03T10:15:23.387" v="2348" actId="1076"/>
          <ac:picMkLst>
            <pc:docMk/>
            <pc:sldMk cId="1488246234" sldId="270"/>
            <ac:picMk id="14" creationId="{1987501D-782B-657B-BF95-18E3CD8F9B46}"/>
          </ac:picMkLst>
        </pc:picChg>
        <pc:cxnChg chg="add del">
          <ac:chgData name="prajwal varsh" userId="9e6f92b09142c510" providerId="LiveId" clId="{33129482-65B3-4D1C-917F-E15DA7A51568}" dt="2024-07-03T10:10:47.188" v="2328" actId="26606"/>
          <ac:cxnSpMkLst>
            <pc:docMk/>
            <pc:sldMk cId="1488246234" sldId="270"/>
            <ac:cxnSpMk id="22" creationId="{1503BFE4-729B-D9D0-C17B-501E6AF1127A}"/>
          </ac:cxnSpMkLst>
        </pc:cxn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1711709692" sldId="271"/>
        </pc:sldMkLst>
        <pc:spChg chg="mod">
          <ac:chgData name="prajwal varsh" userId="9e6f92b09142c510" providerId="LiveId" clId="{33129482-65B3-4D1C-917F-E15DA7A51568}" dt="2024-07-03T11:11:55.892" v="2401" actId="20577"/>
          <ac:spMkLst>
            <pc:docMk/>
            <pc:sldMk cId="1711709692" sldId="271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2:13.974" v="2403" actId="931"/>
          <ac:spMkLst>
            <pc:docMk/>
            <pc:sldMk cId="1711709692" sldId="271"/>
            <ac:spMk id="5" creationId="{CFAA900C-8AF2-06BF-F3A6-794D85D290D7}"/>
          </ac:spMkLst>
        </pc:spChg>
        <pc:picChg chg="add mod">
          <ac:chgData name="prajwal varsh" userId="9e6f92b09142c510" providerId="LiveId" clId="{33129482-65B3-4D1C-917F-E15DA7A51568}" dt="2024-07-03T11:12:44.473" v="2410" actId="1035"/>
          <ac:picMkLst>
            <pc:docMk/>
            <pc:sldMk cId="1711709692" sldId="271"/>
            <ac:picMk id="7" creationId="{EA9852EE-050D-A124-3C1F-E6C0AC49FE11}"/>
          </ac:picMkLst>
        </pc:picChg>
        <pc:picChg chg="del">
          <ac:chgData name="prajwal varsh" userId="9e6f92b09142c510" providerId="LiveId" clId="{33129482-65B3-4D1C-917F-E15DA7A51568}" dt="2024-07-03T11:12:01.922" v="2402" actId="478"/>
          <ac:picMkLst>
            <pc:docMk/>
            <pc:sldMk cId="1711709692" sldId="271"/>
            <ac:picMk id="14" creationId="{1987501D-782B-657B-BF95-18E3CD8F9B46}"/>
          </ac:picMkLst>
        </pc:pic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793738661" sldId="272"/>
        </pc:sldMkLst>
        <pc:spChg chg="mod">
          <ac:chgData name="prajwal varsh" userId="9e6f92b09142c510" providerId="LiveId" clId="{33129482-65B3-4D1C-917F-E15DA7A51568}" dt="2024-07-03T11:13:06.936" v="2428" actId="20577"/>
          <ac:spMkLst>
            <pc:docMk/>
            <pc:sldMk cId="793738661" sldId="272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3:26.587" v="2430" actId="931"/>
          <ac:spMkLst>
            <pc:docMk/>
            <pc:sldMk cId="793738661" sldId="272"/>
            <ac:spMk id="5" creationId="{B0E7D9D7-6937-945E-7028-C3516BF7A1E3}"/>
          </ac:spMkLst>
        </pc:spChg>
        <pc:picChg chg="del">
          <ac:chgData name="prajwal varsh" userId="9e6f92b09142c510" providerId="LiveId" clId="{33129482-65B3-4D1C-917F-E15DA7A51568}" dt="2024-07-03T11:13:17.970" v="2429" actId="478"/>
          <ac:picMkLst>
            <pc:docMk/>
            <pc:sldMk cId="793738661" sldId="272"/>
            <ac:picMk id="7" creationId="{EA9852EE-050D-A124-3C1F-E6C0AC49FE11}"/>
          </ac:picMkLst>
        </pc:picChg>
        <pc:picChg chg="add mod">
          <ac:chgData name="prajwal varsh" userId="9e6f92b09142c510" providerId="LiveId" clId="{33129482-65B3-4D1C-917F-E15DA7A51568}" dt="2024-07-03T11:14:01.630" v="2437" actId="14100"/>
          <ac:picMkLst>
            <pc:docMk/>
            <pc:sldMk cId="793738661" sldId="272"/>
            <ac:picMk id="8" creationId="{9AEF8BB8-6E0C-F2AC-9073-F2DD9A6A7304}"/>
          </ac:picMkLst>
        </pc:pic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109570956" sldId="273"/>
        </pc:sldMkLst>
        <pc:spChg chg="mod">
          <ac:chgData name="prajwal varsh" userId="9e6f92b09142c510" providerId="LiveId" clId="{33129482-65B3-4D1C-917F-E15DA7A51568}" dt="2024-07-03T11:15:21.478" v="2504" actId="20577"/>
          <ac:spMkLst>
            <pc:docMk/>
            <pc:sldMk cId="109570956" sldId="273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4:49.171" v="2489" actId="931"/>
          <ac:spMkLst>
            <pc:docMk/>
            <pc:sldMk cId="109570956" sldId="273"/>
            <ac:spMk id="5" creationId="{A6B1E196-2F0B-9395-C6B5-298523192B22}"/>
          </ac:spMkLst>
        </pc:spChg>
        <pc:picChg chg="add mod">
          <ac:chgData name="prajwal varsh" userId="9e6f92b09142c510" providerId="LiveId" clId="{33129482-65B3-4D1C-917F-E15DA7A51568}" dt="2024-07-03T11:15:15.503" v="2496" actId="1076"/>
          <ac:picMkLst>
            <pc:docMk/>
            <pc:sldMk cId="109570956" sldId="273"/>
            <ac:picMk id="7" creationId="{2DDB065E-67B3-40CD-C6EB-DF5CE5D27F6A}"/>
          </ac:picMkLst>
        </pc:picChg>
        <pc:picChg chg="del">
          <ac:chgData name="prajwal varsh" userId="9e6f92b09142c510" providerId="LiveId" clId="{33129482-65B3-4D1C-917F-E15DA7A51568}" dt="2024-07-03T11:14:41.927" v="2488" actId="478"/>
          <ac:picMkLst>
            <pc:docMk/>
            <pc:sldMk cId="109570956" sldId="273"/>
            <ac:picMk id="8" creationId="{9AEF8BB8-6E0C-F2AC-9073-F2DD9A6A7304}"/>
          </ac:picMkLst>
        </pc:pic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261904639" sldId="274"/>
        </pc:sldMkLst>
        <pc:spChg chg="mod">
          <ac:chgData name="prajwal varsh" userId="9e6f92b09142c510" providerId="LiveId" clId="{33129482-65B3-4D1C-917F-E15DA7A51568}" dt="2024-07-03T11:15:48.942" v="2513" actId="20577"/>
          <ac:spMkLst>
            <pc:docMk/>
            <pc:sldMk cId="261904639" sldId="274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6:04.359" v="2515" actId="931"/>
          <ac:spMkLst>
            <pc:docMk/>
            <pc:sldMk cId="261904639" sldId="274"/>
            <ac:spMk id="5" creationId="{EC6CA2F5-8A46-52ED-972A-E053A64CA53C}"/>
          </ac:spMkLst>
        </pc:spChg>
        <pc:picChg chg="del">
          <ac:chgData name="prajwal varsh" userId="9e6f92b09142c510" providerId="LiveId" clId="{33129482-65B3-4D1C-917F-E15DA7A51568}" dt="2024-07-03T11:15:56.679" v="2514" actId="478"/>
          <ac:picMkLst>
            <pc:docMk/>
            <pc:sldMk cId="261904639" sldId="274"/>
            <ac:picMk id="7" creationId="{2DDB065E-67B3-40CD-C6EB-DF5CE5D27F6A}"/>
          </ac:picMkLst>
        </pc:picChg>
        <pc:picChg chg="add mod">
          <ac:chgData name="prajwal varsh" userId="9e6f92b09142c510" providerId="LiveId" clId="{33129482-65B3-4D1C-917F-E15DA7A51568}" dt="2024-07-03T11:16:13.985" v="2520" actId="1076"/>
          <ac:picMkLst>
            <pc:docMk/>
            <pc:sldMk cId="261904639" sldId="274"/>
            <ac:picMk id="8" creationId="{D22E4F1A-0287-AC66-06C6-B268EFB53CEC}"/>
          </ac:picMkLst>
        </pc:pic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3082259744" sldId="275"/>
        </pc:sldMkLst>
        <pc:spChg chg="mod">
          <ac:chgData name="prajwal varsh" userId="9e6f92b09142c510" providerId="LiveId" clId="{33129482-65B3-4D1C-917F-E15DA7A51568}" dt="2024-07-03T11:16:53.146" v="2538" actId="20577"/>
          <ac:spMkLst>
            <pc:docMk/>
            <pc:sldMk cId="3082259744" sldId="275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7:04.794" v="2540" actId="931"/>
          <ac:spMkLst>
            <pc:docMk/>
            <pc:sldMk cId="3082259744" sldId="275"/>
            <ac:spMk id="5" creationId="{9823F3A1-A9F2-B916-3CE3-6D530D43997D}"/>
          </ac:spMkLst>
        </pc:spChg>
        <pc:picChg chg="add mod">
          <ac:chgData name="prajwal varsh" userId="9e6f92b09142c510" providerId="LiveId" clId="{33129482-65B3-4D1C-917F-E15DA7A51568}" dt="2024-07-03T11:17:12.691" v="2545" actId="1076"/>
          <ac:picMkLst>
            <pc:docMk/>
            <pc:sldMk cId="3082259744" sldId="275"/>
            <ac:picMk id="7" creationId="{BA6CC270-CF26-12DB-854D-8719B89C107F}"/>
          </ac:picMkLst>
        </pc:picChg>
        <pc:picChg chg="del">
          <ac:chgData name="prajwal varsh" userId="9e6f92b09142c510" providerId="LiveId" clId="{33129482-65B3-4D1C-917F-E15DA7A51568}" dt="2024-07-03T11:16:57.643" v="2539" actId="478"/>
          <ac:picMkLst>
            <pc:docMk/>
            <pc:sldMk cId="3082259744" sldId="275"/>
            <ac:picMk id="8" creationId="{D22E4F1A-0287-AC66-06C6-B268EFB53CEC}"/>
          </ac:picMkLst>
        </pc:picChg>
      </pc:sldChg>
      <pc:sldChg chg="add del">
        <pc:chgData name="prajwal varsh" userId="9e6f92b09142c510" providerId="LiveId" clId="{33129482-65B3-4D1C-917F-E15DA7A51568}" dt="2024-07-09T16:34:49.149" v="3909" actId="47"/>
        <pc:sldMkLst>
          <pc:docMk/>
          <pc:sldMk cId="434667453" sldId="276"/>
        </pc:sldMkLst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3409179260" sldId="277"/>
        </pc:sldMkLst>
        <pc:spChg chg="mod">
          <ac:chgData name="prajwal varsh" userId="9e6f92b09142c510" providerId="LiveId" clId="{33129482-65B3-4D1C-917F-E15DA7A51568}" dt="2024-07-03T11:19:24.953" v="2598" actId="20577"/>
          <ac:spMkLst>
            <pc:docMk/>
            <pc:sldMk cId="3409179260" sldId="277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19:38.735" v="2600" actId="931"/>
          <ac:spMkLst>
            <pc:docMk/>
            <pc:sldMk cId="3409179260" sldId="277"/>
            <ac:spMk id="5" creationId="{53CD5ABD-549E-0B2F-4F07-3BA097DD1725}"/>
          </ac:spMkLst>
        </pc:spChg>
        <pc:picChg chg="del">
          <ac:chgData name="prajwal varsh" userId="9e6f92b09142c510" providerId="LiveId" clId="{33129482-65B3-4D1C-917F-E15DA7A51568}" dt="2024-07-03T11:19:29.330" v="2599" actId="478"/>
          <ac:picMkLst>
            <pc:docMk/>
            <pc:sldMk cId="3409179260" sldId="277"/>
            <ac:picMk id="7" creationId="{BA6CC270-CF26-12DB-854D-8719B89C107F}"/>
          </ac:picMkLst>
        </pc:picChg>
        <pc:picChg chg="add mod">
          <ac:chgData name="prajwal varsh" userId="9e6f92b09142c510" providerId="LiveId" clId="{33129482-65B3-4D1C-917F-E15DA7A51568}" dt="2024-07-03T11:20:05.584" v="2607" actId="1076"/>
          <ac:picMkLst>
            <pc:docMk/>
            <pc:sldMk cId="3409179260" sldId="277"/>
            <ac:picMk id="8" creationId="{F91F9E4B-17F2-E6CF-AC2D-7CA7C31B01F4}"/>
          </ac:picMkLst>
        </pc:picChg>
      </pc:sldChg>
      <pc:sldChg chg="addSp delSp modSp add del mod">
        <pc:chgData name="prajwal varsh" userId="9e6f92b09142c510" providerId="LiveId" clId="{33129482-65B3-4D1C-917F-E15DA7A51568}" dt="2024-07-09T16:34:49.149" v="3909" actId="47"/>
        <pc:sldMkLst>
          <pc:docMk/>
          <pc:sldMk cId="1509484108" sldId="278"/>
        </pc:sldMkLst>
        <pc:spChg chg="mod">
          <ac:chgData name="prajwal varsh" userId="9e6f92b09142c510" providerId="LiveId" clId="{33129482-65B3-4D1C-917F-E15DA7A51568}" dt="2024-07-03T11:20:33.785" v="2648" actId="20577"/>
          <ac:spMkLst>
            <pc:docMk/>
            <pc:sldMk cId="1509484108" sldId="278"/>
            <ac:spMk id="2" creationId="{6387419E-29CC-CB01-4163-B17EE6D7D58D}"/>
          </ac:spMkLst>
        </pc:spChg>
        <pc:spChg chg="add del mod">
          <ac:chgData name="prajwal varsh" userId="9e6f92b09142c510" providerId="LiveId" clId="{33129482-65B3-4D1C-917F-E15DA7A51568}" dt="2024-07-03T11:20:49.281" v="2650" actId="931"/>
          <ac:spMkLst>
            <pc:docMk/>
            <pc:sldMk cId="1509484108" sldId="278"/>
            <ac:spMk id="5" creationId="{E548B273-F0A8-A3DE-CE40-DB53F10EFA3F}"/>
          </ac:spMkLst>
        </pc:spChg>
        <pc:picChg chg="add mod">
          <ac:chgData name="prajwal varsh" userId="9e6f92b09142c510" providerId="LiveId" clId="{33129482-65B3-4D1C-917F-E15DA7A51568}" dt="2024-07-03T11:21:12.609" v="2657" actId="1076"/>
          <ac:picMkLst>
            <pc:docMk/>
            <pc:sldMk cId="1509484108" sldId="278"/>
            <ac:picMk id="7" creationId="{12998D01-1477-59F3-19C3-81B499DEF03C}"/>
          </ac:picMkLst>
        </pc:picChg>
        <pc:picChg chg="del">
          <ac:chgData name="prajwal varsh" userId="9e6f92b09142c510" providerId="LiveId" clId="{33129482-65B3-4D1C-917F-E15DA7A51568}" dt="2024-07-03T11:20:40.570" v="2649" actId="478"/>
          <ac:picMkLst>
            <pc:docMk/>
            <pc:sldMk cId="1509484108" sldId="278"/>
            <ac:picMk id="8" creationId="{F91F9E4B-17F2-E6CF-AC2D-7CA7C31B01F4}"/>
          </ac:picMkLst>
        </pc:picChg>
      </pc:sldChg>
    </pc:docChg>
  </pc:docChgLst>
  <pc:docChgLst>
    <pc:chgData name="prajwal varsh" userId="9e6f92b09142c510" providerId="LiveId" clId="{E0D2A111-4577-4D65-8953-1322AA73216B}"/>
    <pc:docChg chg="undo custSel addSld modSld">
      <pc:chgData name="prajwal varsh" userId="9e6f92b09142c510" providerId="LiveId" clId="{E0D2A111-4577-4D65-8953-1322AA73216B}" dt="2024-05-22T16:36:42.492" v="1076" actId="20577"/>
      <pc:docMkLst>
        <pc:docMk/>
      </pc:docMkLst>
      <pc:sldChg chg="modSp new mod">
        <pc:chgData name="prajwal varsh" userId="9e6f92b09142c510" providerId="LiveId" clId="{E0D2A111-4577-4D65-8953-1322AA73216B}" dt="2024-05-22T14:13:00.313" v="122" actId="20577"/>
        <pc:sldMkLst>
          <pc:docMk/>
          <pc:sldMk cId="4176037564" sldId="256"/>
        </pc:sldMkLst>
        <pc:spChg chg="mod">
          <ac:chgData name="prajwal varsh" userId="9e6f92b09142c510" providerId="LiveId" clId="{E0D2A111-4577-4D65-8953-1322AA73216B}" dt="2024-05-22T14:05:48.013" v="84" actId="313"/>
          <ac:spMkLst>
            <pc:docMk/>
            <pc:sldMk cId="4176037564" sldId="256"/>
            <ac:spMk id="2" creationId="{3DF8911F-D213-8F42-86B0-ABB582D6D22D}"/>
          </ac:spMkLst>
        </pc:spChg>
        <pc:spChg chg="mod">
          <ac:chgData name="prajwal varsh" userId="9e6f92b09142c510" providerId="LiveId" clId="{E0D2A111-4577-4D65-8953-1322AA73216B}" dt="2024-05-22T14:13:00.313" v="122" actId="20577"/>
          <ac:spMkLst>
            <pc:docMk/>
            <pc:sldMk cId="4176037564" sldId="256"/>
            <ac:spMk id="3" creationId="{5DE511C8-24FE-FBA0-2D7D-F89B3866FB52}"/>
          </ac:spMkLst>
        </pc:spChg>
      </pc:sldChg>
      <pc:sldChg chg="addSp delSp modSp new mod modClrScheme chgLayout">
        <pc:chgData name="prajwal varsh" userId="9e6f92b09142c510" providerId="LiveId" clId="{E0D2A111-4577-4D65-8953-1322AA73216B}" dt="2024-05-22T14:52:05.090" v="553" actId="20577"/>
        <pc:sldMkLst>
          <pc:docMk/>
          <pc:sldMk cId="4075678231" sldId="257"/>
        </pc:sldMkLst>
        <pc:spChg chg="del mod ord">
          <ac:chgData name="prajwal varsh" userId="9e6f92b09142c510" providerId="LiveId" clId="{E0D2A111-4577-4D65-8953-1322AA73216B}" dt="2024-05-22T14:20:13.189" v="138" actId="700"/>
          <ac:spMkLst>
            <pc:docMk/>
            <pc:sldMk cId="4075678231" sldId="257"/>
            <ac:spMk id="2" creationId="{06D17A72-C70A-F01C-62B7-2C1E5E5665CB}"/>
          </ac:spMkLst>
        </pc:spChg>
        <pc:spChg chg="del mod ord">
          <ac:chgData name="prajwal varsh" userId="9e6f92b09142c510" providerId="LiveId" clId="{E0D2A111-4577-4D65-8953-1322AA73216B}" dt="2024-05-22T14:20:13.189" v="138" actId="700"/>
          <ac:spMkLst>
            <pc:docMk/>
            <pc:sldMk cId="4075678231" sldId="257"/>
            <ac:spMk id="3" creationId="{C1085718-CE21-F757-9DE7-64F6DAE91D5B}"/>
          </ac:spMkLst>
        </pc:spChg>
        <pc:spChg chg="add mod ord">
          <ac:chgData name="prajwal varsh" userId="9e6f92b09142c510" providerId="LiveId" clId="{E0D2A111-4577-4D65-8953-1322AA73216B}" dt="2024-05-22T14:20:44.110" v="151" actId="27636"/>
          <ac:spMkLst>
            <pc:docMk/>
            <pc:sldMk cId="4075678231" sldId="257"/>
            <ac:spMk id="4" creationId="{8984BAEF-6D66-A736-4CDF-2431CFC5CEE0}"/>
          </ac:spMkLst>
        </pc:spChg>
        <pc:spChg chg="add mod ord">
          <ac:chgData name="prajwal varsh" userId="9e6f92b09142c510" providerId="LiveId" clId="{E0D2A111-4577-4D65-8953-1322AA73216B}" dt="2024-05-22T14:52:05.090" v="553" actId="20577"/>
          <ac:spMkLst>
            <pc:docMk/>
            <pc:sldMk cId="4075678231" sldId="257"/>
            <ac:spMk id="5" creationId="{28C0FA41-B7E8-E8ED-D5C0-DC46A6BE1179}"/>
          </ac:spMkLst>
        </pc:spChg>
      </pc:sldChg>
      <pc:sldChg chg="modSp new mod">
        <pc:chgData name="prajwal varsh" userId="9e6f92b09142c510" providerId="LiveId" clId="{E0D2A111-4577-4D65-8953-1322AA73216B}" dt="2024-05-22T15:24:14.572" v="771" actId="20577"/>
        <pc:sldMkLst>
          <pc:docMk/>
          <pc:sldMk cId="1156767538" sldId="258"/>
        </pc:sldMkLst>
        <pc:spChg chg="mod">
          <ac:chgData name="prajwal varsh" userId="9e6f92b09142c510" providerId="LiveId" clId="{E0D2A111-4577-4D65-8953-1322AA73216B}" dt="2024-05-22T15:21:24.354" v="611" actId="20577"/>
          <ac:spMkLst>
            <pc:docMk/>
            <pc:sldMk cId="1156767538" sldId="258"/>
            <ac:spMk id="2" creationId="{CEFD46C9-B187-7EAD-E0AF-E5CA5FE78B75}"/>
          </ac:spMkLst>
        </pc:spChg>
        <pc:spChg chg="mod">
          <ac:chgData name="prajwal varsh" userId="9e6f92b09142c510" providerId="LiveId" clId="{E0D2A111-4577-4D65-8953-1322AA73216B}" dt="2024-05-22T15:24:14.572" v="771" actId="20577"/>
          <ac:spMkLst>
            <pc:docMk/>
            <pc:sldMk cId="1156767538" sldId="258"/>
            <ac:spMk id="3" creationId="{69A7283B-F06E-3246-2F64-9767691F6A6C}"/>
          </ac:spMkLst>
        </pc:spChg>
      </pc:sldChg>
      <pc:sldChg chg="modSp new mod">
        <pc:chgData name="prajwal varsh" userId="9e6f92b09142c510" providerId="LiveId" clId="{E0D2A111-4577-4D65-8953-1322AA73216B}" dt="2024-05-22T16:22:51.399" v="1034" actId="20577"/>
        <pc:sldMkLst>
          <pc:docMk/>
          <pc:sldMk cId="1666159884" sldId="259"/>
        </pc:sldMkLst>
        <pc:spChg chg="mod">
          <ac:chgData name="prajwal varsh" userId="9e6f92b09142c510" providerId="LiveId" clId="{E0D2A111-4577-4D65-8953-1322AA73216B}" dt="2024-05-22T15:49:22.111" v="795" actId="20577"/>
          <ac:spMkLst>
            <pc:docMk/>
            <pc:sldMk cId="1666159884" sldId="259"/>
            <ac:spMk id="2" creationId="{CE993A38-31EB-20D4-ECBC-2A8EA7621965}"/>
          </ac:spMkLst>
        </pc:spChg>
        <pc:spChg chg="mod">
          <ac:chgData name="prajwal varsh" userId="9e6f92b09142c510" providerId="LiveId" clId="{E0D2A111-4577-4D65-8953-1322AA73216B}" dt="2024-05-22T16:22:51.399" v="1034" actId="20577"/>
          <ac:spMkLst>
            <pc:docMk/>
            <pc:sldMk cId="1666159884" sldId="259"/>
            <ac:spMk id="3" creationId="{ECCAF2C0-8C18-B76D-47B8-1463A3D5231E}"/>
          </ac:spMkLst>
        </pc:spChg>
      </pc:sldChg>
      <pc:sldChg chg="modSp new mod">
        <pc:chgData name="prajwal varsh" userId="9e6f92b09142c510" providerId="LiveId" clId="{E0D2A111-4577-4D65-8953-1322AA73216B}" dt="2024-05-22T16:35:02.912" v="1070" actId="20577"/>
        <pc:sldMkLst>
          <pc:docMk/>
          <pc:sldMk cId="2041638455" sldId="260"/>
        </pc:sldMkLst>
        <pc:spChg chg="mod">
          <ac:chgData name="prajwal varsh" userId="9e6f92b09142c510" providerId="LiveId" clId="{E0D2A111-4577-4D65-8953-1322AA73216B}" dt="2024-05-22T16:16:00.822" v="1009" actId="20577"/>
          <ac:spMkLst>
            <pc:docMk/>
            <pc:sldMk cId="2041638455" sldId="260"/>
            <ac:spMk id="2" creationId="{6C6D93AE-EC86-59E7-3AF7-53AA3D0CBD75}"/>
          </ac:spMkLst>
        </pc:spChg>
        <pc:spChg chg="mod">
          <ac:chgData name="prajwal varsh" userId="9e6f92b09142c510" providerId="LiveId" clId="{E0D2A111-4577-4D65-8953-1322AA73216B}" dt="2024-05-22T16:35:02.912" v="1070" actId="20577"/>
          <ac:spMkLst>
            <pc:docMk/>
            <pc:sldMk cId="2041638455" sldId="260"/>
            <ac:spMk id="3" creationId="{2108E2ED-1084-FA1F-55B1-B48807A82F82}"/>
          </ac:spMkLst>
        </pc:spChg>
      </pc:sldChg>
      <pc:sldChg chg="modSp new mod">
        <pc:chgData name="prajwal varsh" userId="9e6f92b09142c510" providerId="LiveId" clId="{E0D2A111-4577-4D65-8953-1322AA73216B}" dt="2024-05-22T16:36:42.492" v="1076" actId="20577"/>
        <pc:sldMkLst>
          <pc:docMk/>
          <pc:sldMk cId="648520792" sldId="261"/>
        </pc:sldMkLst>
        <pc:spChg chg="mod">
          <ac:chgData name="prajwal varsh" userId="9e6f92b09142c510" providerId="LiveId" clId="{E0D2A111-4577-4D65-8953-1322AA73216B}" dt="2024-05-22T16:27:37.386" v="1045" actId="20577"/>
          <ac:spMkLst>
            <pc:docMk/>
            <pc:sldMk cId="648520792" sldId="261"/>
            <ac:spMk id="2" creationId="{23AB0CBA-E449-D3D3-1B94-5C0B91E9BD03}"/>
          </ac:spMkLst>
        </pc:spChg>
        <pc:spChg chg="mod">
          <ac:chgData name="prajwal varsh" userId="9e6f92b09142c510" providerId="LiveId" clId="{E0D2A111-4577-4D65-8953-1322AA73216B}" dt="2024-05-22T16:36:42.492" v="1076" actId="20577"/>
          <ac:spMkLst>
            <pc:docMk/>
            <pc:sldMk cId="648520792" sldId="261"/>
            <ac:spMk id="3" creationId="{05902DE1-99C1-8770-DA2D-9CDDE713520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5FD2EF-9C54-3F27-8E6A-A80C54B59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5A0A5-DAFE-16B1-EDDE-E357439309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58293-815E-4EDE-AC48-87DA7AFCD849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D5838-B51D-BE8C-5EAB-29AA85E4A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08DB8-E479-30D4-9E9B-101A9507F4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61767-75C8-4DEE-9B0F-3695AF153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1874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E00FC-5E92-46D9-9DD2-067EE50D4D47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56C02-504E-43C3-8171-CC57485BB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4378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FBE5-B96B-2BA5-4C4D-8E9312137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5E1EB-0323-4D01-3F3D-48BABF569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2CB3-EEC2-D5D4-0B63-59DCF251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7667-2F72-4069-8A4F-DDBA30447BC8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889C-2465-1C06-6914-F303AE2A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88C3-05F6-0B60-B011-1B52C9AB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0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4361-4CED-3F01-F139-18525D3F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F31BD-A8D0-2E31-E0E9-68C019CDA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B113F-BD09-7025-4937-976F531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9BF6-3169-4C7E-BE58-29CABAEEA5FD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ECBB-4691-BF81-7F3E-84AC81CD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B080-A934-5AB3-CBD0-7049E7F7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1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F39E-65B4-5D88-3D64-07EBB20F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6571B-C20F-2374-7EA9-32FC6912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FA7F0-E2B9-03DE-F88B-D6F81AC5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1516-2CF8-4E43-8063-C5C3D2EB0F65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F3F3-9E41-4058-972A-88FA1849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D82E-4599-ABAC-5E09-A6B53184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10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944B-0001-7B55-A0BE-1D2A1729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950-73B4-43D1-829C-79AF0E368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DAC04-4136-49CD-DF15-5DDB5B5BA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3D570-C587-0AED-371A-9A904CCC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6D29-9A99-4FF3-AFF0-5813DEC5F3C8}" type="datetime1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AC0BE-09BE-57F5-B525-3D6D2054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AD3B2-95A6-FA1B-0C10-7B45FCCC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6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4D7B-55B4-C2EA-81F4-B72634F3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1D69-6F47-89E7-E9F4-C8D0513FC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D207E-C0F7-8E7C-1988-0B3DB43A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88860-2029-8ACB-5C6D-D2DC4B61E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62181-B2AB-DB7B-65E0-D1F1A18E1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179B5-D7E3-EEA5-9E04-9E78A20C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F7B3E-2D59-487B-9761-F33E0168DE41}" type="datetime1">
              <a:rPr lang="en-IN" smtClean="0"/>
              <a:t>09-07-2024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7AA5-2BC2-DB79-7F64-BD80111F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E1810-263B-9884-35BE-E4F3B08F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44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08A2-F6AE-DE2D-FA47-B5B575A1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B8355-6D12-041D-DDBB-0B10246A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DE550-3ED5-4A02-88CA-6567E0B61365}" type="datetime1">
              <a:rPr lang="en-IN" smtClean="0"/>
              <a:t>09-07-2024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520E-516C-C45E-77EC-29D0E37A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9C4F5-AFFC-5DED-171D-64C33639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70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4646B-A871-F0FC-F0D2-BB2AE60B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B93B2-346F-470F-BDD3-4DB4E7E94FB6}" type="datetime1">
              <a:rPr lang="en-IN" smtClean="0"/>
              <a:t>09-07-2024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97D34-9026-8583-6915-9A05B2D1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8C757-6E02-5021-F9B2-42E67711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40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683A-2710-6C52-9E51-D6D2FD02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78F95-C8E3-A87B-CB8C-9557D3B96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F66CE-0DAC-C4FC-1F8D-3DF71AB5C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6E35C-F28B-5954-6E69-C996B56B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4A00A-6C72-4822-A295-5C948CE20870}" type="datetime1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F9F54-3CAE-8EA9-17F0-954CB383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5C7EC-BEEA-829C-F443-838AFDEA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83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2AC7-0ADA-564B-174E-8437BABD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A87E7-1AA9-977C-F42C-34A534572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E69F-7A89-F137-FF9D-6816C665E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ED20C-67F7-F2FF-9940-C2A9BF94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F29C2-3342-470C-BD87-DBC2A32EA986}" type="datetime1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E216E-2F2B-970B-5807-B623EF23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A6211-B1A9-1DCE-B79F-F836AAB2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65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A5EB-7ADC-CE55-BD17-2BE3B787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55878-54CB-3444-49DA-7289A8C4B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5DBB6-B947-0700-9D67-46A05362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9020-7341-4885-8C0E-B97F9A1A1771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A2CD7-E6F9-474D-FE8D-01368BB2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7E94C-B986-EA1D-088D-118F8EE6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49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B2EB0-C971-51FA-D468-936322028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674D4-BF13-FECE-4609-CC148DE33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FDE4-AA0F-836E-8023-0C51D5DE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429E-F372-4441-A48A-E117A250A3BB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8474-D293-DED7-0DA1-B6CFE74B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740BF-7FC9-4875-6F43-841B04DD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0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61555-28D4-5322-7631-A7999933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5526A-12BE-238E-43F4-A346120CA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5FD6-6BD3-0910-C5F7-6181E4D07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15B86-35FB-44C8-939B-565E9891601F}" type="datetime1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84790-FC36-E132-5A0A-0728F8469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3FD90-F9A1-9FB5-FF18-73BBF0D7C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57EE0-E788-4E3F-A58C-B19DB68F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911F-D213-8F42-86B0-ABB582D6D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Classifier Implementation: Focusing on K Nearest </a:t>
            </a:r>
            <a:r>
              <a:rPr lang="en-IN" sz="4000" dirty="0" err="1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Neighbors</a:t>
            </a:r>
            <a:r>
              <a:rPr lang="en-IN" sz="4000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(KNN), Support Vector Machine (SVM) and Random Forest</a:t>
            </a:r>
            <a:endParaRPr lang="en-IN" sz="4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511C8-24FE-FBA0-2D7D-F89B3866F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IN" dirty="0">
              <a:latin typeface="Sans Serif"/>
            </a:endParaRPr>
          </a:p>
          <a:p>
            <a:pPr algn="l"/>
            <a:r>
              <a:rPr lang="en-IN" dirty="0">
                <a:latin typeface="Sans Serif"/>
              </a:rPr>
              <a:t>Presented by:</a:t>
            </a:r>
          </a:p>
          <a:p>
            <a:pPr algn="l"/>
            <a:r>
              <a:rPr lang="en-IN" dirty="0">
                <a:latin typeface="Sans Serif"/>
              </a:rPr>
              <a:t>Team Cold Water</a:t>
            </a:r>
          </a:p>
          <a:p>
            <a:pPr algn="l"/>
            <a:endParaRPr lang="en-IN" dirty="0">
              <a:latin typeface="Sans Serif"/>
            </a:endParaRPr>
          </a:p>
          <a:p>
            <a:pPr algn="l"/>
            <a:endParaRPr lang="en-IN" dirty="0">
              <a:latin typeface="Sans Serif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ECF49-EDCC-0913-74C8-6CB6FBDD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03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84BAEF-6D66-A736-4CDF-2431CFC5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Sans Serif"/>
              </a:rPr>
              <a:t>Roles:</a:t>
            </a:r>
            <a:br>
              <a:rPr lang="en-IN" sz="3600" dirty="0">
                <a:latin typeface="Sans Serif"/>
              </a:rPr>
            </a:br>
            <a:endParaRPr lang="en-IN" sz="3600" dirty="0">
              <a:latin typeface="Sans Serif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C0FA41-B7E8-E8ED-D5C0-DC46A6BE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493"/>
            <a:ext cx="10515600" cy="4953470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Sans Serif"/>
              </a:rPr>
              <a:t>Scrum Master</a:t>
            </a:r>
          </a:p>
          <a:p>
            <a:pPr lvl="1"/>
            <a:r>
              <a:rPr lang="en-IN" sz="2000" dirty="0">
                <a:latin typeface="Sans Serif"/>
              </a:rPr>
              <a:t>Organized meetings and preparation of slides</a:t>
            </a:r>
          </a:p>
          <a:p>
            <a:pPr lvl="1"/>
            <a:r>
              <a:rPr lang="en-IN" sz="2000" dirty="0">
                <a:latin typeface="Sans Serif"/>
              </a:rPr>
              <a:t>Review slides  and documentation</a:t>
            </a:r>
          </a:p>
          <a:p>
            <a:pPr lvl="1"/>
            <a:endParaRPr lang="en-IN" sz="2000" dirty="0">
              <a:latin typeface="Sans Serif"/>
            </a:endParaRPr>
          </a:p>
          <a:p>
            <a:r>
              <a:rPr lang="en-IN" sz="2400" dirty="0">
                <a:latin typeface="Sans Serif"/>
              </a:rPr>
              <a:t>Communication Master</a:t>
            </a:r>
          </a:p>
          <a:p>
            <a:pPr lvl="1"/>
            <a:r>
              <a:rPr lang="en-IN" sz="2000" dirty="0">
                <a:latin typeface="Sans Serif"/>
              </a:rPr>
              <a:t>Documentation and research on the topic to share with the team</a:t>
            </a:r>
          </a:p>
          <a:p>
            <a:pPr marL="457200" lvl="1" indent="0">
              <a:buNone/>
            </a:pPr>
            <a:endParaRPr lang="en-IN" sz="2000" dirty="0">
              <a:latin typeface="Sans Serif"/>
            </a:endParaRPr>
          </a:p>
          <a:p>
            <a:r>
              <a:rPr lang="en-IN" sz="2400" dirty="0">
                <a:latin typeface="Sans Serif"/>
              </a:rPr>
              <a:t>Git Master</a:t>
            </a:r>
          </a:p>
          <a:p>
            <a:pPr lvl="1"/>
            <a:r>
              <a:rPr lang="en-IN" sz="2000" dirty="0">
                <a:latin typeface="Sans Serif"/>
              </a:rPr>
              <a:t>Implementation and documentation</a:t>
            </a:r>
          </a:p>
          <a:p>
            <a:pPr lvl="1"/>
            <a:r>
              <a:rPr lang="en-IN" sz="2000" dirty="0">
                <a:latin typeface="Sans Serif"/>
              </a:rPr>
              <a:t>Git maintenance </a:t>
            </a:r>
          </a:p>
          <a:p>
            <a:pPr lvl="1"/>
            <a:endParaRPr lang="en-IN" sz="2000" dirty="0">
              <a:latin typeface="Sans Serif"/>
            </a:endParaRPr>
          </a:p>
          <a:p>
            <a:r>
              <a:rPr lang="en-IN" sz="2400" dirty="0">
                <a:latin typeface="Sans Serif"/>
              </a:rPr>
              <a:t>Presentation Master</a:t>
            </a:r>
          </a:p>
          <a:p>
            <a:pPr lvl="1"/>
            <a:r>
              <a:rPr lang="en-IN" sz="2000" dirty="0">
                <a:latin typeface="Sans Serif"/>
              </a:rPr>
              <a:t>Content regarding report</a:t>
            </a:r>
          </a:p>
          <a:p>
            <a:pPr lvl="1"/>
            <a:r>
              <a:rPr lang="en-IN" sz="2000" dirty="0">
                <a:latin typeface="Sans Serif"/>
              </a:rPr>
              <a:t>References</a:t>
            </a:r>
          </a:p>
          <a:p>
            <a:pPr lvl="1"/>
            <a:endParaRPr lang="en-IN" sz="2000" dirty="0">
              <a:latin typeface="Sans 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ED406-3F4F-BE8E-EB83-8AFD6FEA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7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9965-D784-1DB2-EED1-B9564BEC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Sans Serif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8C25-959F-D20E-24DD-74A3E7E81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Sans Serif"/>
              </a:rPr>
              <a:t>Supervised learning, goal is to classify based on past labels. 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Model learns from training dataset to make prediction on new unseen data.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Binary classification, multiclass classification.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Common algorithms: KNN (k nearest neighbors), SVM (Support Vector Machine), Decision Trees, Random Forests.</a:t>
            </a:r>
            <a:endParaRPr lang="en-IN" sz="2400" dirty="0">
              <a:latin typeface="Sans Serif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A4EFA-227D-A3FB-0D87-5134B929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79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3A38-31EB-20D4-ECBC-2A8EA762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Sans Serif"/>
              </a:rPr>
              <a:t>Motivation: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F2C0-8C18-B76D-47B8-1463A3D52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Sans Serif"/>
              </a:rPr>
              <a:t>Handling large datasets: Efficiently categorize data.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Improving Accuracy: Comparing different classifiers to understand their strengths and weakness in various scenarios.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Hyperparameter Tuning: Exploring different hyperparameters in each classifier.</a:t>
            </a:r>
          </a:p>
          <a:p>
            <a:endParaRPr lang="en-US" sz="2400" dirty="0">
              <a:latin typeface="Sans Serif"/>
            </a:endParaRPr>
          </a:p>
          <a:p>
            <a:r>
              <a:rPr lang="en-US" sz="2400" dirty="0">
                <a:latin typeface="Sans Serif"/>
              </a:rPr>
              <a:t>Metrics: Exploring </a:t>
            </a:r>
            <a:r>
              <a:rPr lang="en-US" sz="2400">
                <a:latin typeface="Sans Serif"/>
              </a:rPr>
              <a:t>evaluation metrics </a:t>
            </a:r>
            <a:r>
              <a:rPr lang="en-US" sz="2400" dirty="0">
                <a:latin typeface="Sans Serif"/>
              </a:rPr>
              <a:t>using accuracy, precision, recall, and F1-score.</a:t>
            </a:r>
            <a:endParaRPr lang="en-IN" sz="2400" dirty="0">
              <a:latin typeface="Sans Serif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CFE38-4CDD-CAB4-6496-9E66AB28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57EE0-E788-4E3F-A58C-B19DB68FC9A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5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176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Sans Serif</vt:lpstr>
      <vt:lpstr>Sans Serif Collection</vt:lpstr>
      <vt:lpstr>Sans-serif</vt:lpstr>
      <vt:lpstr>Office Theme</vt:lpstr>
      <vt:lpstr>Classifier Implementation: Focusing on K Nearest Neighbors (KNN), Support Vector Machine (SVM) and Random Forest</vt:lpstr>
      <vt:lpstr>Roles: </vt:lpstr>
      <vt:lpstr>Introduction:</vt:lpstr>
      <vt:lpstr>Motivation: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Classifier Implementation: K-Nearest Neighbours</dc:title>
  <dc:creator>prajwal varsh</dc:creator>
  <cp:lastModifiedBy>prajwal varsh</cp:lastModifiedBy>
  <cp:revision>1</cp:revision>
  <dcterms:created xsi:type="dcterms:W3CDTF">2024-05-22T13:29:11Z</dcterms:created>
  <dcterms:modified xsi:type="dcterms:W3CDTF">2024-07-09T16:34:57Z</dcterms:modified>
</cp:coreProperties>
</file>